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56" r:id="rId2"/>
    <p:sldId id="261" r:id="rId3"/>
    <p:sldId id="260" r:id="rId4"/>
    <p:sldId id="258" r:id="rId5"/>
    <p:sldId id="259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FC61F1-CF44-4AC1-9D2F-71821337FC62}" v="28" dt="2025-09-30T23:20:59.5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06" autoAdjust="0"/>
    <p:restoredTop sz="77419" autoAdjust="0"/>
  </p:normalViewPr>
  <p:slideViewPr>
    <p:cSldViewPr snapToGrid="0">
      <p:cViewPr varScale="1">
        <p:scale>
          <a:sx n="103" d="100"/>
          <a:sy n="103" d="100"/>
        </p:scale>
        <p:origin x="52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máš Faltín" userId="f49ad7cc-fcd2-4bf0-a2a5-40893ad535ed" providerId="ADAL" clId="{83A11DF3-3D43-4087-A75D-5105BDCDF87E}"/>
    <pc:docChg chg="undo custSel addSld delSld modSld sldOrd">
      <pc:chgData name="Tomáš Faltín" userId="f49ad7cc-fcd2-4bf0-a2a5-40893ad535ed" providerId="ADAL" clId="{83A11DF3-3D43-4087-A75D-5105BDCDF87E}" dt="2025-09-30T23:21:29.280" v="992" actId="20577"/>
      <pc:docMkLst>
        <pc:docMk/>
      </pc:docMkLst>
      <pc:sldChg chg="modSp mod">
        <pc:chgData name="Tomáš Faltín" userId="f49ad7cc-fcd2-4bf0-a2a5-40893ad535ed" providerId="ADAL" clId="{83A11DF3-3D43-4087-A75D-5105BDCDF87E}" dt="2025-09-30T23:20:59.534" v="981"/>
        <pc:sldMkLst>
          <pc:docMk/>
          <pc:sldMk cId="2862020688" sldId="256"/>
        </pc:sldMkLst>
        <pc:spChg chg="mod">
          <ac:chgData name="Tomáš Faltín" userId="f49ad7cc-fcd2-4bf0-a2a5-40893ad535ed" providerId="ADAL" clId="{83A11DF3-3D43-4087-A75D-5105BDCDF87E}" dt="2025-09-30T23:20:59.534" v="981"/>
          <ac:spMkLst>
            <pc:docMk/>
            <pc:sldMk cId="2862020688" sldId="256"/>
            <ac:spMk id="2" creationId="{8854911C-5630-6F7E-637D-D31866B66879}"/>
          </ac:spMkLst>
        </pc:spChg>
        <pc:spChg chg="mod">
          <ac:chgData name="Tomáš Faltín" userId="f49ad7cc-fcd2-4bf0-a2a5-40893ad535ed" providerId="ADAL" clId="{83A11DF3-3D43-4087-A75D-5105BDCDF87E}" dt="2025-09-30T23:20:59.534" v="981"/>
          <ac:spMkLst>
            <pc:docMk/>
            <pc:sldMk cId="2862020688" sldId="256"/>
            <ac:spMk id="3" creationId="{6FECCF0E-421E-B1D7-960A-17EEEFA1582F}"/>
          </ac:spMkLst>
        </pc:spChg>
      </pc:sldChg>
      <pc:sldChg chg="modSp new del mod">
        <pc:chgData name="Tomáš Faltín" userId="f49ad7cc-fcd2-4bf0-a2a5-40893ad535ed" providerId="ADAL" clId="{83A11DF3-3D43-4087-A75D-5105BDCDF87E}" dt="2025-09-30T22:44:24.192" v="373" actId="47"/>
        <pc:sldMkLst>
          <pc:docMk/>
          <pc:sldMk cId="2077923788" sldId="257"/>
        </pc:sldMkLst>
        <pc:spChg chg="mod">
          <ac:chgData name="Tomáš Faltín" userId="f49ad7cc-fcd2-4bf0-a2a5-40893ad535ed" providerId="ADAL" clId="{83A11DF3-3D43-4087-A75D-5105BDCDF87E}" dt="2025-09-30T20:42:03.023" v="7" actId="20577"/>
          <ac:spMkLst>
            <pc:docMk/>
            <pc:sldMk cId="2077923788" sldId="257"/>
            <ac:spMk id="2" creationId="{B27B9D3B-0E29-8AEA-AB5B-4E64E1D75ADC}"/>
          </ac:spMkLst>
        </pc:spChg>
        <pc:spChg chg="mod">
          <ac:chgData name="Tomáš Faltín" userId="f49ad7cc-fcd2-4bf0-a2a5-40893ad535ed" providerId="ADAL" clId="{83A11DF3-3D43-4087-A75D-5105BDCDF87E}" dt="2025-09-30T22:43:33.905" v="372"/>
          <ac:spMkLst>
            <pc:docMk/>
            <pc:sldMk cId="2077923788" sldId="257"/>
            <ac:spMk id="3" creationId="{E584E99A-ACB9-9EFC-44B1-C95178676B3B}"/>
          </ac:spMkLst>
        </pc:spChg>
      </pc:sldChg>
      <pc:sldChg chg="modSp new mod">
        <pc:chgData name="Tomáš Faltín" userId="f49ad7cc-fcd2-4bf0-a2a5-40893ad535ed" providerId="ADAL" clId="{83A11DF3-3D43-4087-A75D-5105BDCDF87E}" dt="2025-09-30T23:20:59.534" v="981"/>
        <pc:sldMkLst>
          <pc:docMk/>
          <pc:sldMk cId="1176844109" sldId="258"/>
        </pc:sldMkLst>
        <pc:spChg chg="mod">
          <ac:chgData name="Tomáš Faltín" userId="f49ad7cc-fcd2-4bf0-a2a5-40893ad535ed" providerId="ADAL" clId="{83A11DF3-3D43-4087-A75D-5105BDCDF87E}" dt="2025-09-30T23:20:59.534" v="981"/>
          <ac:spMkLst>
            <pc:docMk/>
            <pc:sldMk cId="1176844109" sldId="258"/>
            <ac:spMk id="2" creationId="{280D5053-F6D7-C7A0-8ABF-77290E7F9C45}"/>
          </ac:spMkLst>
        </pc:spChg>
        <pc:spChg chg="mod">
          <ac:chgData name="Tomáš Faltín" userId="f49ad7cc-fcd2-4bf0-a2a5-40893ad535ed" providerId="ADAL" clId="{83A11DF3-3D43-4087-A75D-5105BDCDF87E}" dt="2025-09-30T23:20:59.534" v="981"/>
          <ac:spMkLst>
            <pc:docMk/>
            <pc:sldMk cId="1176844109" sldId="258"/>
            <ac:spMk id="3" creationId="{76076F9F-1BC4-815D-A456-FF4E4FA70226}"/>
          </ac:spMkLst>
        </pc:spChg>
      </pc:sldChg>
      <pc:sldChg chg="addSp modSp new mod">
        <pc:chgData name="Tomáš Faltín" userId="f49ad7cc-fcd2-4bf0-a2a5-40893ad535ed" providerId="ADAL" clId="{83A11DF3-3D43-4087-A75D-5105BDCDF87E}" dt="2025-09-30T23:21:29.280" v="992" actId="20577"/>
        <pc:sldMkLst>
          <pc:docMk/>
          <pc:sldMk cId="3033582281" sldId="259"/>
        </pc:sldMkLst>
        <pc:spChg chg="mod">
          <ac:chgData name="Tomáš Faltín" userId="f49ad7cc-fcd2-4bf0-a2a5-40893ad535ed" providerId="ADAL" clId="{83A11DF3-3D43-4087-A75D-5105BDCDF87E}" dt="2025-09-30T23:20:59.534" v="981"/>
          <ac:spMkLst>
            <pc:docMk/>
            <pc:sldMk cId="3033582281" sldId="259"/>
            <ac:spMk id="2" creationId="{956BB417-3502-FDF0-E11D-DF3E528C29B5}"/>
          </ac:spMkLst>
        </pc:spChg>
        <pc:spChg chg="mod">
          <ac:chgData name="Tomáš Faltín" userId="f49ad7cc-fcd2-4bf0-a2a5-40893ad535ed" providerId="ADAL" clId="{83A11DF3-3D43-4087-A75D-5105BDCDF87E}" dt="2025-09-30T23:21:29.280" v="992" actId="20577"/>
          <ac:spMkLst>
            <pc:docMk/>
            <pc:sldMk cId="3033582281" sldId="259"/>
            <ac:spMk id="3" creationId="{7AA61F75-B647-2696-57C2-57B7BE410274}"/>
          </ac:spMkLst>
        </pc:spChg>
        <pc:graphicFrameChg chg="add mod">
          <ac:chgData name="Tomáš Faltín" userId="f49ad7cc-fcd2-4bf0-a2a5-40893ad535ed" providerId="ADAL" clId="{83A11DF3-3D43-4087-A75D-5105BDCDF87E}" dt="2025-09-30T22:39:25.306" v="302"/>
          <ac:graphicFrameMkLst>
            <pc:docMk/>
            <pc:sldMk cId="3033582281" sldId="259"/>
            <ac:graphicFrameMk id="4" creationId="{CBC6589D-EF54-2B02-E812-92715FABFD47}"/>
          </ac:graphicFrameMkLst>
        </pc:graphicFrameChg>
      </pc:sldChg>
      <pc:sldChg chg="modSp new mod ord">
        <pc:chgData name="Tomáš Faltín" userId="f49ad7cc-fcd2-4bf0-a2a5-40893ad535ed" providerId="ADAL" clId="{83A11DF3-3D43-4087-A75D-5105BDCDF87E}" dt="2025-09-30T23:20:59.534" v="981"/>
        <pc:sldMkLst>
          <pc:docMk/>
          <pc:sldMk cId="2000364342" sldId="260"/>
        </pc:sldMkLst>
        <pc:spChg chg="mod">
          <ac:chgData name="Tomáš Faltín" userId="f49ad7cc-fcd2-4bf0-a2a5-40893ad535ed" providerId="ADAL" clId="{83A11DF3-3D43-4087-A75D-5105BDCDF87E}" dt="2025-09-30T23:20:59.534" v="981"/>
          <ac:spMkLst>
            <pc:docMk/>
            <pc:sldMk cId="2000364342" sldId="260"/>
            <ac:spMk id="2" creationId="{A300C03D-05F6-3A17-479C-44C32DCD712D}"/>
          </ac:spMkLst>
        </pc:spChg>
        <pc:spChg chg="mod">
          <ac:chgData name="Tomáš Faltín" userId="f49ad7cc-fcd2-4bf0-a2a5-40893ad535ed" providerId="ADAL" clId="{83A11DF3-3D43-4087-A75D-5105BDCDF87E}" dt="2025-09-30T23:20:59.534" v="981"/>
          <ac:spMkLst>
            <pc:docMk/>
            <pc:sldMk cId="2000364342" sldId="260"/>
            <ac:spMk id="3" creationId="{A886A260-6FDE-EEE0-F49A-542B967398AC}"/>
          </ac:spMkLst>
        </pc:spChg>
      </pc:sldChg>
      <pc:sldChg chg="modSp new mod">
        <pc:chgData name="Tomáš Faltín" userId="f49ad7cc-fcd2-4bf0-a2a5-40893ad535ed" providerId="ADAL" clId="{83A11DF3-3D43-4087-A75D-5105BDCDF87E}" dt="2025-09-30T23:20:59.534" v="981"/>
        <pc:sldMkLst>
          <pc:docMk/>
          <pc:sldMk cId="3015301186" sldId="261"/>
        </pc:sldMkLst>
        <pc:spChg chg="mod">
          <ac:chgData name="Tomáš Faltín" userId="f49ad7cc-fcd2-4bf0-a2a5-40893ad535ed" providerId="ADAL" clId="{83A11DF3-3D43-4087-A75D-5105BDCDF87E}" dt="2025-09-30T23:20:59.534" v="981"/>
          <ac:spMkLst>
            <pc:docMk/>
            <pc:sldMk cId="3015301186" sldId="261"/>
            <ac:spMk id="2" creationId="{7418144D-9A89-579C-C506-3F33AF0BBA77}"/>
          </ac:spMkLst>
        </pc:spChg>
        <pc:spChg chg="mod">
          <ac:chgData name="Tomáš Faltín" userId="f49ad7cc-fcd2-4bf0-a2a5-40893ad535ed" providerId="ADAL" clId="{83A11DF3-3D43-4087-A75D-5105BDCDF87E}" dt="2025-09-30T23:20:59.534" v="981"/>
          <ac:spMkLst>
            <pc:docMk/>
            <pc:sldMk cId="3015301186" sldId="261"/>
            <ac:spMk id="3" creationId="{5154C04C-9F41-622D-8471-85AF71C14FB9}"/>
          </ac:spMkLst>
        </pc:spChg>
      </pc:sldChg>
      <pc:sldChg chg="modSp new mod">
        <pc:chgData name="Tomáš Faltín" userId="f49ad7cc-fcd2-4bf0-a2a5-40893ad535ed" providerId="ADAL" clId="{83A11DF3-3D43-4087-A75D-5105BDCDF87E}" dt="2025-09-30T23:20:59.534" v="981"/>
        <pc:sldMkLst>
          <pc:docMk/>
          <pc:sldMk cId="2304581184" sldId="262"/>
        </pc:sldMkLst>
        <pc:spChg chg="mod">
          <ac:chgData name="Tomáš Faltín" userId="f49ad7cc-fcd2-4bf0-a2a5-40893ad535ed" providerId="ADAL" clId="{83A11DF3-3D43-4087-A75D-5105BDCDF87E}" dt="2025-09-30T23:20:59.534" v="981"/>
          <ac:spMkLst>
            <pc:docMk/>
            <pc:sldMk cId="2304581184" sldId="262"/>
            <ac:spMk id="2" creationId="{352B36F6-BB30-A294-C091-7B6CDD263F60}"/>
          </ac:spMkLst>
        </pc:spChg>
        <pc:spChg chg="mod">
          <ac:chgData name="Tomáš Faltín" userId="f49ad7cc-fcd2-4bf0-a2a5-40893ad535ed" providerId="ADAL" clId="{83A11DF3-3D43-4087-A75D-5105BDCDF87E}" dt="2025-09-30T23:20:59.534" v="981"/>
          <ac:spMkLst>
            <pc:docMk/>
            <pc:sldMk cId="2304581184" sldId="262"/>
            <ac:spMk id="3" creationId="{765D24A2-1A59-79BB-C70E-4D7C83CDBEB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226B85-9EC5-48BC-8714-CADFA961E27E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7AF4F4-9975-4DD0-A602-E5E16E2674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115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7AF4F4-9975-4DD0-A602-E5E16E2674F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2815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059A8-AA83-4BF5-950C-7AF9EE9FD45A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27848-CD1B-4523-B873-2336420BB4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3358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059A8-AA83-4BF5-950C-7AF9EE9FD45A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27848-CD1B-4523-B873-2336420BB4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701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059A8-AA83-4BF5-950C-7AF9EE9FD45A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27848-CD1B-4523-B873-2336420BB4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4969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059A8-AA83-4BF5-950C-7AF9EE9FD45A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27848-CD1B-4523-B873-2336420BB4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446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059A8-AA83-4BF5-950C-7AF9EE9FD45A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27848-CD1B-4523-B873-2336420BB4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8359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059A8-AA83-4BF5-950C-7AF9EE9FD45A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27848-CD1B-4523-B873-2336420BB4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702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059A8-AA83-4BF5-950C-7AF9EE9FD45A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27848-CD1B-4523-B873-2336420BB4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5513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059A8-AA83-4BF5-950C-7AF9EE9FD45A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27848-CD1B-4523-B873-2336420BB4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112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059A8-AA83-4BF5-950C-7AF9EE9FD45A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27848-CD1B-4523-B873-2336420BB4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74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059A8-AA83-4BF5-950C-7AF9EE9FD45A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27848-CD1B-4523-B873-2336420BB4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521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059A8-AA83-4BF5-950C-7AF9EE9FD45A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27848-CD1B-4523-B873-2336420BB4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495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B059A8-AA83-4BF5-950C-7AF9EE9FD45A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C27848-CD1B-4523-B873-2336420BB4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458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fan1x.github.io/teaching/2025-winter-distra" TargetMode="External"/><Relationship Id="rId2" Type="http://schemas.openxmlformats.org/officeDocument/2006/relationships/hyperlink" Target="mailto:tomas.faltin@matfyz.cuni.cz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4911C-5630-6F7E-637D-D31866B668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/>
              <a:t>Principles of </a:t>
            </a:r>
            <a:br>
              <a:rPr lang="en-US" dirty="0"/>
            </a:br>
            <a:r>
              <a:rPr lang="en-US" dirty="0"/>
              <a:t>Distributed Systems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ECCF0E-421E-B1D7-960A-17EEEFA158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Tom</a:t>
            </a:r>
            <a:r>
              <a:rPr lang="cs-CZ" dirty="0" err="1"/>
              <a:t>áš</a:t>
            </a:r>
            <a:r>
              <a:rPr lang="cs-CZ" dirty="0"/>
              <a:t> Faltín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20206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8144D-9A89-579C-C506-3F33AF0BB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54C04C-9F41-622D-8471-85AF71C14F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person: Room S 203, 2</a:t>
            </a:r>
            <a:r>
              <a:rPr lang="en-US" baseline="30000" dirty="0"/>
              <a:t>nd</a:t>
            </a:r>
            <a:r>
              <a:rPr lang="en-US" dirty="0"/>
              <a:t> floor</a:t>
            </a:r>
          </a:p>
          <a:p>
            <a:r>
              <a:rPr lang="en-US" dirty="0" err="1"/>
              <a:t>Mattermost</a:t>
            </a:r>
            <a:r>
              <a:rPr lang="cs-CZ" dirty="0"/>
              <a:t>: </a:t>
            </a:r>
          </a:p>
          <a:p>
            <a:pPr lvl="1"/>
            <a:r>
              <a:rPr lang="cs-CZ" dirty="0" err="1"/>
              <a:t>Channel</a:t>
            </a:r>
            <a:r>
              <a:rPr lang="en-US" dirty="0"/>
              <a:t>: 2526/nswi035-distrib-e</a:t>
            </a:r>
            <a:r>
              <a:rPr lang="cs-CZ" dirty="0"/>
              <a:t>n</a:t>
            </a:r>
            <a:endParaRPr lang="en-US" dirty="0"/>
          </a:p>
          <a:p>
            <a:pPr lvl="1"/>
            <a:r>
              <a:rPr lang="en-US" dirty="0"/>
              <a:t>Private message: @faltin.tomas</a:t>
            </a:r>
          </a:p>
          <a:p>
            <a:r>
              <a:rPr lang="en-US" dirty="0"/>
              <a:t>E-mail: </a:t>
            </a:r>
            <a:r>
              <a:rPr lang="en-US" dirty="0">
                <a:hlinkClick r:id="rId2"/>
              </a:rPr>
              <a:t>tomas.faltin@matfyz.cuni.cz</a:t>
            </a:r>
            <a:endParaRPr lang="en-US" dirty="0"/>
          </a:p>
          <a:p>
            <a:r>
              <a:rPr lang="en-US" dirty="0"/>
              <a:t>Web: </a:t>
            </a:r>
            <a:r>
              <a:rPr lang="en-US" dirty="0">
                <a:hlinkClick r:id="rId3"/>
              </a:rPr>
              <a:t>https://fan1x.github.io/teaching/2025-winter-distra</a:t>
            </a:r>
            <a:endParaRPr lang="en-US" dirty="0"/>
          </a:p>
          <a:p>
            <a:pPr lvl="1"/>
            <a:r>
              <a:rPr lang="en-US" dirty="0"/>
              <a:t>Check the schedule on the course webpage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53011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0C03D-05F6-3A17-479C-44C32DCD7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Organization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86A260-6FDE-EEE0-F49A-542B967398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Home-study using recommended books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Discussion during the following lectures</a:t>
            </a:r>
          </a:p>
          <a:p>
            <a:r>
              <a:rPr lang="en-US" dirty="0"/>
              <a:t>On-demand consultations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0364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D5053-F6D7-C7A0-8ABF-77290E7F9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076F9F-1BC4-815D-A456-FF4E4FA702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Van Steen, Tanenbaum – Distributed Systems</a:t>
            </a:r>
          </a:p>
          <a:p>
            <a:pPr lvl="1"/>
            <a:r>
              <a:rPr lang="en-US" u="sng" dirty="0"/>
              <a:t>https://www.distributed-systems.net</a:t>
            </a:r>
            <a:endParaRPr lang="en-US" dirty="0"/>
          </a:p>
          <a:p>
            <a:r>
              <a:rPr lang="en-US" dirty="0"/>
              <a:t>Chow, Johnson - Distributed Operating Systems &amp; Algorithms</a:t>
            </a:r>
          </a:p>
          <a:p>
            <a:r>
              <a:rPr lang="en-US" altLang="cs-CZ" dirty="0"/>
              <a:t>Antonopoulos - Mastering Bitcoin, Mastering Lightning Network</a:t>
            </a:r>
            <a:endParaRPr lang="en-US" dirty="0"/>
          </a:p>
          <a:p>
            <a:r>
              <a:rPr lang="en-US" altLang="cs-CZ" dirty="0"/>
              <a:t>Santoro - Design and Analysis of Distributed Algorithms</a:t>
            </a:r>
          </a:p>
          <a:p>
            <a:r>
              <a:rPr lang="en-US" altLang="cs-CZ" dirty="0"/>
              <a:t>Mullender - Distributed Systems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68441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BB417-3502-FDF0-E11D-DF3E528C2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Related Courses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A61F75-B647-2696-57C2-57B7BE4102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altLang="cs-CZ" i="1" dirty="0"/>
              <a:t>NSWI080</a:t>
            </a:r>
            <a:r>
              <a:rPr lang="en-US" altLang="cs-CZ" i="1" dirty="0"/>
              <a:t> - </a:t>
            </a:r>
            <a:r>
              <a:rPr lang="cs-CZ" altLang="cs-CZ" b="1" dirty="0" err="1"/>
              <a:t>Middlewar</a:t>
            </a:r>
            <a:r>
              <a:rPr lang="en-US" altLang="cs-CZ" b="1" dirty="0"/>
              <a:t>e</a:t>
            </a:r>
            <a:endParaRPr lang="en-US" altLang="cs-CZ" dirty="0"/>
          </a:p>
          <a:p>
            <a:r>
              <a:rPr lang="cs-CZ" altLang="cs-CZ" i="1" dirty="0"/>
              <a:t>NSWI204</a:t>
            </a:r>
            <a:r>
              <a:rPr lang="cs-CZ" altLang="cs-CZ" dirty="0"/>
              <a:t> </a:t>
            </a:r>
            <a:r>
              <a:rPr lang="en-US" altLang="cs-CZ" dirty="0"/>
              <a:t>- </a:t>
            </a:r>
            <a:r>
              <a:rPr lang="cs-CZ" altLang="cs-CZ" b="1" dirty="0"/>
              <a:t>Bitcoin a</a:t>
            </a:r>
            <a:r>
              <a:rPr lang="en-US" altLang="cs-CZ" b="1" dirty="0" err="1"/>
              <a:t>nd</a:t>
            </a:r>
            <a:r>
              <a:rPr lang="en-US" altLang="cs-CZ" b="1" dirty="0"/>
              <a:t> Cryptocurrency Technologies</a:t>
            </a:r>
            <a:endParaRPr lang="en-US" altLang="cs-CZ" dirty="0"/>
          </a:p>
          <a:p>
            <a:r>
              <a:rPr lang="cs-CZ" altLang="cs-CZ" i="1" dirty="0"/>
              <a:t>NSWI150</a:t>
            </a:r>
            <a:r>
              <a:rPr lang="en-US" altLang="cs-CZ" i="1" dirty="0"/>
              <a:t> - </a:t>
            </a:r>
            <a:r>
              <a:rPr lang="cs-CZ" altLang="cs-CZ" b="1" dirty="0" err="1"/>
              <a:t>Virtualiz</a:t>
            </a:r>
            <a:r>
              <a:rPr lang="en-US" altLang="cs-CZ" b="1" dirty="0" err="1"/>
              <a:t>ation</a:t>
            </a:r>
            <a:r>
              <a:rPr lang="cs-CZ" altLang="cs-CZ" b="1" dirty="0"/>
              <a:t> a</a:t>
            </a:r>
            <a:r>
              <a:rPr lang="en-US" altLang="cs-CZ" b="1" dirty="0" err="1"/>
              <a:t>nd</a:t>
            </a:r>
            <a:r>
              <a:rPr lang="cs-CZ" altLang="cs-CZ" b="1" dirty="0"/>
              <a:t> cloud </a:t>
            </a:r>
            <a:r>
              <a:rPr lang="cs-CZ" altLang="cs-CZ" b="1" dirty="0" err="1"/>
              <a:t>computing</a:t>
            </a:r>
            <a:endParaRPr lang="cs-CZ" altLang="cs-CZ" dirty="0"/>
          </a:p>
          <a:p>
            <a:r>
              <a:rPr lang="cs-CZ" altLang="cs-CZ" i="1" dirty="0"/>
              <a:t>NSWI15</a:t>
            </a:r>
            <a:r>
              <a:rPr lang="en-US" altLang="cs-CZ" i="1" dirty="0"/>
              <a:t>2 - </a:t>
            </a:r>
            <a:r>
              <a:rPr lang="en-US" altLang="cs-CZ" b="1" dirty="0"/>
              <a:t>Cloud application development</a:t>
            </a:r>
            <a:endParaRPr lang="cs-CZ" altLang="cs-CZ" dirty="0"/>
          </a:p>
          <a:p>
            <a:r>
              <a:rPr lang="cs-CZ" altLang="cs-CZ" i="1" dirty="0"/>
              <a:t>NPRG058</a:t>
            </a:r>
            <a:r>
              <a:rPr lang="en-US" altLang="cs-CZ" i="1"/>
              <a:t> - </a:t>
            </a:r>
            <a:r>
              <a:rPr lang="en-US" altLang="cs-CZ" b="1"/>
              <a:t>Advanced </a:t>
            </a:r>
            <a:r>
              <a:rPr lang="en-US" altLang="cs-CZ" b="1" dirty="0"/>
              <a:t>Programming in Parallel Environment</a:t>
            </a:r>
            <a:endParaRPr lang="cs-CZ" altLang="cs-CZ" b="1" dirty="0"/>
          </a:p>
        </p:txBody>
      </p:sp>
    </p:spTree>
    <p:extLst>
      <p:ext uri="{BB962C8B-B14F-4D97-AF65-F5344CB8AC3E}">
        <p14:creationId xmlns:p14="http://schemas.microsoft.com/office/powerpoint/2010/main" val="30335822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B36F6-BB30-A294-C091-7B6CDD263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Home Study by Next Week (October 8)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5D24A2-1A59-79BB-C70E-4D7C83CDBE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Van Steen, Tanenbaum – Distributed Systems</a:t>
            </a:r>
          </a:p>
          <a:p>
            <a:endParaRPr lang="en-US" dirty="0"/>
          </a:p>
          <a:p>
            <a:r>
              <a:rPr lang="en-US" dirty="0"/>
              <a:t>chapter 1 (entire) - </a:t>
            </a:r>
            <a:r>
              <a:rPr lang="en-US" i="1" dirty="0"/>
              <a:t>Introduction</a:t>
            </a:r>
            <a:endParaRPr lang="en-US" dirty="0"/>
          </a:p>
          <a:p>
            <a:r>
              <a:rPr lang="en-US" dirty="0"/>
              <a:t>chapter 2.1 - </a:t>
            </a:r>
            <a:r>
              <a:rPr lang="en-US" i="1" dirty="0"/>
              <a:t>Architectural styles</a:t>
            </a:r>
            <a:endParaRPr lang="en-US" dirty="0"/>
          </a:p>
          <a:p>
            <a:r>
              <a:rPr lang="en-US" dirty="0"/>
              <a:t>chapter 2.2 - </a:t>
            </a:r>
            <a:r>
              <a:rPr lang="en-US" i="1" dirty="0"/>
              <a:t>Middleware and distributed systems</a:t>
            </a:r>
            <a:endParaRPr lang="en-US" dirty="0"/>
          </a:p>
          <a:p>
            <a:r>
              <a:rPr lang="en-US" dirty="0"/>
              <a:t>chapter 2.3 - </a:t>
            </a:r>
            <a:r>
              <a:rPr lang="en-US" i="1" dirty="0"/>
              <a:t>Layered-system architectures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45811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169</TotalTime>
  <Words>196</Words>
  <Application>Microsoft Office PowerPoint</Application>
  <PresentationFormat>Widescreen</PresentationFormat>
  <Paragraphs>36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Arial</vt:lpstr>
      <vt:lpstr>Calibri</vt:lpstr>
      <vt:lpstr>Calibri Light</vt:lpstr>
      <vt:lpstr>Office 2013 - 2022 Theme</vt:lpstr>
      <vt:lpstr> Principles of  Distributed Systems</vt:lpstr>
      <vt:lpstr>Contact</vt:lpstr>
      <vt:lpstr>Organization</vt:lpstr>
      <vt:lpstr>References</vt:lpstr>
      <vt:lpstr>Related Courses</vt:lpstr>
      <vt:lpstr>Home Study by Next Week (October 8)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Tomáš Faltín</dc:creator>
  <cp:lastModifiedBy>Tomáš Faltín</cp:lastModifiedBy>
  <cp:revision>1</cp:revision>
  <dcterms:created xsi:type="dcterms:W3CDTF">2025-09-30T20:31:44Z</dcterms:created>
  <dcterms:modified xsi:type="dcterms:W3CDTF">2025-09-30T23:21:30Z</dcterms:modified>
</cp:coreProperties>
</file>